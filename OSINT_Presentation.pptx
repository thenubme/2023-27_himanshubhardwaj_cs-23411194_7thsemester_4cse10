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5156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Tool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 Web-Based OSINT Tool for Identifying and Tracing Individuals via Phone, Aadhaar, Email, and Name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3840480" cy="0"/>
          </a:xfrm>
          <a:prstGeom prst="line">
            <a:avLst/>
          </a:prstGeom>
          <a:noFill/>
          <a:ln w="19050">
            <a:solidFill>
              <a:srgbClr val="D7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4343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36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Bhardwaj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4636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CS-23411194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5212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04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(Cybersecurity), 7th Semester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55046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Cyber Crime Coordination Centre (I4C), Ministry of Home Affairs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(Cybersecurity)  |  IILM University, Greater Noida, U.P.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built for a national cybercrime investigation unit. Its tools, data, and interface are confidential, so no screenshots or photographs of the actual system appear anywhere in this deck — all figures are original illustrative diagrams.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three independent projects completed during a 31-week internship at the Indian Cyber Crime Coordination Centre (I4C). Each was scoped, built, and delivered separately — they are standalone efforts and none of the three depends on, is integrated with, or shares functionality with the others.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776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50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Tool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tool to identify and trace individuals from a phone number, Aadhaar number, email address, or name.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3776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050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APK Malware Analysis Tool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tool that inspects a submitted Android application and produces a behavioural summary.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6118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3776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050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 Call-Taker Training Module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4663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developed for staff at the national cybercrime helpline.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OSINT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number, Aadhaar number, email address, or name is often the only lead investigators start with.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person behind it means manually checking many separate public sources — slow and hard to scale.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OSINT tool addresses this directly: given a single identifier, it searches public sources and returns a structured profile for analyst review.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1737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14884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the backend and API layer of a web-based OSINT tool to identify and trace individuals via phone number, Aadhaar, email, and name.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identifier search fast and resource-efficient using DuckDB and an ART index.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production deployment tooling for the OSINT tool.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finding is presented for analyst review before it is treated as final.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OSINT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Identifier-based person search: phone number, Aadhaar, email, name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development, backed by DuckDB + ART index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tooling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unsupervised action on findings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from non-public / unlawful sources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or correlating different individuals — each search is a single identifier lookup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08760"/>
          <a:ext cx="5394960" cy="448056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645920"/>
              </a:tblGrid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Python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OSINT backend logic (rule-based)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Core application logic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Flask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REST API and web backend framework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Serves API endpoints consumed by the dashboard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DuckDB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Embedded analytical database for the case dataset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Fast, resource-efficient storage &amp; querying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ART Index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Indexing for phone / Aadhaar / email / name lookups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Fast identifier search at scale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OSINT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osin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554480"/>
            <a:ext cx="7863840" cy="37229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41463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personal contribution was the backend, the API layer, and the production deployment tooling; the investigator dashboard front-end was developed by a teammate.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APK MALWARE ANALYSIS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Android apps flagged during cybercrime investigations makes manual, line-by-line APK inspection difficult to scale.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need a faster way to triage a submitted APK and identify likely risk indicators.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standalone project, separate from the OSINT tool and the 1930 training module.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1737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1488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a web-based APK malware analysis tool that produces an AI-generated behavioural summary to support analyst triage.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AI-generated finding is presented for analyst review before it is treated as final.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APK MALWARE ANALYSIS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static/behavioural indicator extraction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summary generation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malware verdicts without analyst confirmation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08760"/>
          <a:ext cx="539496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645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Python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APK analysis pipeline and AI summary generation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</a:rPr>
                        <a:t>Core analysis logic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63640" y="3017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the only place AI is used across the three projects — for the behavioural summary only. No verdict is applied automatically.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APK MALWARE ANALYSIS TOOL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apk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600200"/>
            <a:ext cx="8229600" cy="35934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33077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Progress — the core static-analysis pipeline was functional at internship close; dynamic analysis and summary refinement continue as future work.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1930 CALL-TAKER TRAINING MODULE (STANDALONE)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Objectives, Scope &amp;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49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Call-taker staff at the 1930 national cybercrime helpline need structured onboarding material to handle citizen complaints consistently.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standalone project, separate from the OSINT tool and the APK malware analysis tool.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349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training content for the 1930 cybercrime helpline call-taker center.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live delivery or certification of training, which remained with I4C/NCR&amp;IC staff.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508760"/>
            <a:ext cx="4800600" cy="4480560"/>
          </a:xfrm>
          <a:prstGeom prst="roundRect">
            <a:avLst>
              <a:gd name="adj" fmla="val 1633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1737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48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Completed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5603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was developed and handed over to the 1930 call-taker center.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&amp; Human Oversight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Tool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presented as leads to verify, not confirmed facts, and are limited to publicly available sources.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identifiers such as Aadhaar numbers are handled carefully and used only for lawful, case-relevant search.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does not use 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APK Malware Analysis Tool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behavioural summaries are advisory and are checked by an analyst before they inform a case decision.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verdict is applied automatically.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3565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356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581912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investigation techniques and identifier-based search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508760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3660" y="183565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23660" y="18356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07708" y="1581912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and API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2908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1980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1980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766060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Resource-efficient database design using DuckDB and an ART index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2692908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3660" y="301980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3660" y="301980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07708" y="2766060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tooling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0395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20395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950208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APK/malware static analysis and AI-assisted summarization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0780" y="3877056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3660" y="420395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3660" y="420395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07708" y="3950208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Training-content development and technical documentation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61204"/>
            <a:ext cx="5372100" cy="928116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38810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38810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5134356"/>
            <a:ext cx="46222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Responsible, human-in-the-loop use of AI in an investigative context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Tool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coverage reflects the sources integrated during this engagement. Future work could expand to additional identifier types and public sources.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5F7FB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APK Malware Analysis Tool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Dynamic-analysis and AI-summary components were not fully completed. Future work: complete these, integrate threat-intel feeds, and formalize accuracy evaluation.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7830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 Training Module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46888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could extend the module with scenario-based exercises.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comprised three independent projects at a national cybercrime unit: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Tool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tracing individuals from a phone, Aadhaar, email, or name identifier.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APK Malware Analysis Tool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718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behavioural summaries to support analyst triage.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468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 Training Module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9718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for the national cybercrime helpline call-taker center.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was scoped, built, and delivered separately, with automated or AI-generated findings always subject to analyst review rather than treated as final. The engagement offered practical exposure to cybersecurity, digital investigation, backend development, and responsible use of AI in a sensitive operational setting.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Tool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2026-09-08T19:00:20Z</dcterms:created>
  <dcterms:modified xsi:type="dcterms:W3CDTF">2026-09-08T19:00:20Z</dcterms:modified>
</cp:coreProperties>
</file>